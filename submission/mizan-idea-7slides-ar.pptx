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rial"/>
              </a:rPr>
              <a:t>1/7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0E5A43"/>
                </a:solidFill>
                <a:latin typeface="Arial"/>
                <a:ea typeface="Arial"/>
                <a:cs typeface="Arial"/>
              </a:rPr>
              <a:t>ميزان  Mizan — الشارةُ محسوبة لا مُدّعاة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فحصٌ آلي لكل اقتباس من القرآن والحديث قبل أن يظهر أمام أي إنسان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182880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مسابقة الذكاء الاصطناعي في خدمة المحتوى الإسلامي 2026 · islamicaich.org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المسار 04: أدوات المعرفة والتحقق — الثقة والسلامة العلمية شرطان لا يُستثنيان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شعارنا: نُعلّم الآلة لتخدم الرسالة — والتزامنا دليلٌ لا ادعاء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جرّبه بنفسك: bun run demo — بلا إنترنت ولا مفتاح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  <a:latin typeface="Arial"/>
              </a:rPr>
              <a:t>ميزان (mizan)  ·  الشارة محسوبة لا مُدّعاة  ·  islamicaich.org — المسار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rial"/>
              </a:rPr>
              <a:t>2/7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0E5A43"/>
                </a:solidFill>
                <a:latin typeface="Arial"/>
                <a:ea typeface="Arial"/>
                <a:cs typeface="Arial"/>
              </a:rPr>
              <a:t>1 · المشكلة: نموذجٌ يخترع نصًّا شرعيًّا بثقة تامة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هنا الوهم أخطر من الكذب: الخطأ يُصنع باسم دين، لا بخطأ في تجربة مستخدم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182880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نماذج أجنبية تهيمن على العربية، ومصادر إسلامية موثوقة قليلة جدًا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الاقتباس المخترع لا يُفرّقه العام عن الحقيقي — والخطأ هنا يمسّ العبادة والاعتقاد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في قياس 2026: دقة النماذج في التحقق من الحديث ≈ 8٪ — فلا تجعل النموذج حاكمًا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أدوات التحقق بالتشابه تُعطي الحديث المخترع درجة عالية — وهذا خطر مُثبت بالتجربة (CWE-345)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البحث العادي يقول «وجدناه» ولا يقول «هذه العبارة موجودة في هذا الكتاب تحديدًا»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  <a:latin typeface="Arial"/>
              </a:rPr>
              <a:t>ميزان (mizan)  ·  الشارة محسوبة لا مُدّعاة  ·  islamicaich.org — المسار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rial"/>
              </a:rPr>
              <a:t>3/7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0" y="320040"/>
            <a:ext cx="6766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0E5A43"/>
                </a:solidFill>
                <a:latin typeface="Arial"/>
                <a:ea typeface="Arial"/>
                <a:cs typeface="Arial"/>
              </a:rPr>
              <a:t>2 · الحل: أجِبْ أولًا، ثم أثبِتْ كل اقتباس على حدة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14300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ثلاث شارات، كل واحدة محسوبة من النص نفسه — لا يطلبها النموذج ولا يوقّعها بشر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98480" y="182880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2011680"/>
            <a:ext cx="6766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500"/>
              </a:spcAft>
            </a:pPr>
            <a:r>
              <a:rPr sz="17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مُتحقَّق: نص الاقتباس موجود حرفيًا داخل المصدر المذكور (بعد توحيد الكتابة) — ولا شيء غير ذلك</a:t>
            </a:r>
          </a:p>
          <a:p>
            <a:pPr algn="r" rtl="1">
              <a:spcAft>
                <a:spcPts val="1500"/>
              </a:spcAft>
            </a:pPr>
            <a:r>
              <a:rPr sz="17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مرفوض: المصدر موجود لكنه لا يحتوي الاقتباس — ويُعرض النصان معًا مع رابط المصدر</a:t>
            </a:r>
          </a:p>
          <a:p>
            <a:pPr algn="r" rtl="1">
              <a:spcAft>
                <a:spcPts val="1500"/>
              </a:spcAft>
            </a:pPr>
            <a:r>
              <a:rPr sz="17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غير قابل للتحقق: لا مصدر / نص فارغ / معرّف مجهول / انتهاء وقت — صفر دليل يعني صفر اعتماد</a:t>
            </a:r>
          </a:p>
          <a:p>
            <a:pPr algn="r" rtl="1">
              <a:spcAft>
                <a:spcPts val="1500"/>
              </a:spcAft>
            </a:pPr>
            <a:r>
              <a:rPr sz="17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الشارة تجيب عن سؤال واحد: هل هذا الاقتباس موجود في هذا المرجع؟ لا تدّعي صحة الحديث ولا درجته ولا فتوى</a:t>
            </a:r>
          </a:p>
        </p:txBody>
      </p:sp>
      <p:pic>
        <p:nvPicPr>
          <p:cNvPr id="8" name="Picture 7" descr="demo-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1868815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  <a:latin typeface="Arial"/>
              </a:rPr>
              <a:t>ميزان (mizan)  ·  الشارة محسوبة لا مُدّعاة  ·  islamicaich.org — المسار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rial"/>
              </a:rPr>
              <a:t>4/7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0E5A43"/>
                </a:solidFill>
                <a:latin typeface="Arial"/>
                <a:ea typeface="Arial"/>
                <a:cs typeface="Arial"/>
              </a:rPr>
              <a:t>3 · آلية العمل: ست خطوات وقاعدة توحيد كتابة واحدة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كل خطوة ترفض مبكرًا، والنتيجة الجيدة تأتي في آخر خطوة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182880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١ اقتباس؟  ٢ مصدر؟  ٣ ≤ ٣ مصادر؟  ٤ هل المعرّف يطابق سجلًّا؟  ٥ مطابقة حرفية صارمة؟  ٦ دليل مرفق؟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قاعدة توحيد الكتابة في مكان واحد: الألف والهمزات والتاء المربوطة والتشكيل والتطويل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وتُوحَّد الأرقام والترقيم والمسافات — بلا إضافة ولا حذف، فلا تُقارن كتابة مخترعة بالأصل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textMatch مفتاح للمطابقة فقط ولا يُعرض أبدًا · والنص الذي يراه المستخدم هو textDisplay كما هو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المُتحقَّق يعتمد على حزمة واحدة فقط (core) — بلا إنترنت ولا وقت حيّ ولا عشوائية ولا حكم من نموذج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  <a:latin typeface="Arial"/>
              </a:rPr>
              <a:t>ميزان (mizan)  ·  الشارة محسوبة لا مُدّعاة  ·  islamicaich.org — المسار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rial"/>
              </a:rPr>
              <a:t>5/7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0E5A43"/>
                </a:solidFill>
                <a:latin typeface="Arial"/>
                <a:ea typeface="Arial"/>
                <a:cs typeface="Arial"/>
              </a:rPr>
              <a:t>4 · الابتكار: لا تشابه على الشارة — حرفٌ واحد فقط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ليس اختيارًا تقنيًا فحسب — بل قياسٌ علمي وجد الثغرة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182880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لا تشابه ولا مسافة تحرير ولا نسبة ولا حدّ مسموح: الطريقة الوحيدة للوصول إلى «مُتحقَّق» هي المطابقة الحرفية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النسبة التقريبية مجرد تشخيص جانبي يُعرض للاطلاع فقط، ولا تدخل في الشارة أبدًا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الإثبات آلي لا وعود: G-1 يمنع أي مكتبة ممنوعة داخل المُتحقَّق · G-6 يفرض مكانًا واحدًا لبناءه — وأي طريق ثانٍ يُفشل الـCI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المُتحقَّق لا يستورد كود العرض ولا أداة التشابه — الفصل مضمون ببوابة آلية لا بمراجعة بشرية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الفارق عن RAG التقليدي: الاسترجاع يُجيب، والتحقّق يمنع أن يصير الوهم موثوقًا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  <a:latin typeface="Arial"/>
              </a:rPr>
              <a:t>ميزان (mizan)  ·  الشارة محسوبة لا مُدّعاة  ·  islamicaich.org — المسار 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rial"/>
              </a:rPr>
              <a:t>6/7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0E5A43"/>
                </a:solidFill>
                <a:latin typeface="Arial"/>
                <a:ea typeface="Arial"/>
                <a:cs typeface="Arial"/>
              </a:rPr>
              <a:t>5 · الأدلة: تجربةٌ تُعيد الحساب، فإن لم تنجح تُلغى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أرقامٌ محسوبة بتشغيل فعلي، لا مكتوبة بيد أحد — والنتيجة السيئة عندنا صفر لا نسبة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182880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٢٠٠ حالة صحيحة مُتوقَّعة: نصٌّ مشكّل وبلا تشكيل ومُطوّل وأرقام — كلها تتحقق، والتوقّع مكتوب يدويًا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٤٠ حالة تُقصد بالخطأ: كلمة تغيّرت، حرف انقلب، رقم تبدّل ← لا «مُتحقَّق» إطلاقًا. المطلوب صفر خطأ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المولّد ممنوع من الوصول إلى المُتحقَّق — والاختبار يثبت هذا المنع، فالتوقّع يأتي من تشغيل فعلي لا من ورقة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ومقارنة ببحث نصي مباشر (FTS5) على نفس الـ٤٠ حالة: كشف ٦٥٪ مقابل ١٠٠٪، وصفر اعتماد كاذب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الاختبارات الآلية خضراء في كل حزمة + بوابات G-1…G-7 · وdemo يعمل في ثانية بلا مفتاح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  <a:latin typeface="Arial"/>
              </a:rPr>
              <a:t>ميزان (mizan)  ·  الشارة محسوبة لا مُدّعاة  ·  islamicaich.org — المسار 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rial"/>
              </a:rPr>
              <a:t>7/7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0E5A43"/>
                </a:solidFill>
                <a:latin typeface="Arial"/>
                <a:ea typeface="Arial"/>
                <a:cs typeface="Arial"/>
              </a:rPr>
              <a:t>6 · الموثوقية والنسب: ما لا نملكه لا ندّعيه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باختصار: المصدر، وما يثبته الدليل، ومتى نرفض، ومتى نُحال إلى المختص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182880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27,234 سجلًا جاهزًا: القرآن (تنزيل عثماني) + 4 سنن + الموطأ — النسائي، أبو داود، ابن ماجه، الترمذي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الدرجة كما يدعيها المصدر نفسه مع سببها، وإلا كانت null — لا نرفعها ولا نخمّنها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١٥٬٠٢٦ صفًّا بلا درجة أُخفيت (٤١٫٧٪ من مصدر الحديث) — قبِلنا هذا النقص بدل تقديم ما لا يستند إلى دليل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البخاري ومسلم مسجّلان «غائبَين» ولا يُعوَّضان — الاعتراف بالنقص جزء من الموثوقية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لكل سجل ختمٌ رقمي متسلسل؛ تعارض الختم = خطأ واضح بلا شارة · والأسئلة تُحفظ بصيغة hash فقط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  <a:latin typeface="Arial"/>
              </a:rPr>
              <a:t>ميزان (mizan)  ·  الشارة محسوبة لا مُدّعاة  ·  islamicaich.org — المسار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