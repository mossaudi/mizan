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1/11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5A43"/>
                </a:solidFill>
              </a:defRPr>
            </a:pPr>
            <a:r>
              <a:t>مِيزَان  mizan — the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Computed citation verification for Qur'an &amp; hadith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Track 04: Knowledge &amp; verification tools  (+ Track 01 Q&amp;A)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The badge you see was computed, not asserted.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bun run demo  →  VERIFIED + REJECTED in ~1s, offline, no key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Islamic AI Challenge 2026 — islamicaich.org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mizan (ميزان)  ·  Apache-2.0 code  ·  corpus per-source licences  ·  islamicaich.org — Track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2/11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5A43"/>
                </a:solidFill>
              </a:defRPr>
            </a:pPr>
            <a:r>
              <a:t>1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LLMs hallucinate Islamic text with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Western models dominate; Arabic religious data is scarce and unverified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A fluent fabrication looks identical to a real quote to a non-specialist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Measured: LLM hadith-verification accuracy ≈ 8% (2026 study)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Fuzzy / embedding verifiers score invented-but-plausible hadith HIGH — CWE-345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Cost of error is not UX: false religious authority for worship &amp; belief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mizan (ميزان)  ·  Apache-2.0 code  ·  corpus per-source licences  ·  islamicaich.org — Track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3/11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5A43"/>
                </a:solidFill>
              </a:defRPr>
            </a:pPr>
            <a:r>
              <a:t>2 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Answer, then prove every quotation — per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[VERIFIED] quoted span literally contained in the cited record — nothing else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[REJECTED] cited record exists but does not contain the quote, and no anchor locates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[UNVERIFIABLE] no citation / empty quote / unresolved ID / timeout / anchor located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Every badge ships with evidence: quoted text + source row + source URL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Fail closed: zero evidence blocks approval; timeout → unverifiable; mismatch → no 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mizan (ميزان)  ·  Apache-2.0 code  ·  corpus per-source licences  ·  islamicaich.org — Track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4/11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5A43"/>
                </a:solidFill>
              </a:defRPr>
            </a:pPr>
            <a:r>
              <a:t>3 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Six-step procedure · one Arabic fold · one route to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1 quote?  2 citation?  3 cap (≤3)?  4 resolve ID?  5 strict containment?  6 evidence?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Fold table (one module): alef/hamza, wasla, ta-marbuta, diacritics, tatweel,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Arabic-Indic digits → ASCII, punctuation/whitespace. Never adds/removes a letter.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textMatch = matching key (never displayed) · textDisplay = what the user sees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Verifier: 1 dependency (@mizan/core), no network, no clock, no randomness, no LLM judge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mizan (ميزان)  ·  Apache-2.0 code  ·  corpus per-source licences  ·  islamicaich.org — Track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5/11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5A43"/>
                </a:solidFill>
              </a:defRPr>
            </a:pPr>
            <a:r>
              <a:t>4  Why strict — the key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No similarity path to VERIFIED. Proven, not promised.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Feasibility spike: invented hadith ≈ high fuzzy match → similarity IS the hole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So: no embedding, no edit-distance, no threshold, no percentage to tune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MatchStrength = exact|100  or  none — a fuzzy 97% lives only in a display diagnostic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Gates enforce it: G-1 dependency closure · G-6 single VERIFIED site · verify.ts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  cannot import diagnostics — CI fails if a second route appears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mizan (ميزان)  ·  Apache-2.0 code  ·  corpus per-source licences  ·  islamicaich.org — Track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6/11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5A43"/>
                </a:solidFill>
              </a:defRPr>
            </a:pPr>
            <a:r>
              <a:t>5  Corpus &amp;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4 Sunan + Muwatta + Qur'an, 27,234 records · every number re-runnable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Qur'an Tanzil Uthmani 6,236 (verbatim, no-derivatives) + 4 Sunan + Muwatta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Grades never invented: stored as dataset asserts + source + basis, else null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15,026 / 36,024 hadith rows quarantined (no grade) — served 20,998 + 6,236 verses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No Bukhari / Muslim — recorded as ABSENT, never substituted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attestation.json + hash-chained ledger · runs carry questionHash, never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mizan (ميزان)  ·  Apache-2.0 code  ·  corpus per-source licences  ·  islamicaich.org — Track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7/11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5A43"/>
                </a:solidFill>
              </a:defRPr>
            </a:pPr>
            <a:r>
              <a:t>6  Evidence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200 golden · 40 red-team · demo in 60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golden-normalization 200/200: exact, undiacriticized, tatweel-spaced, digits must verify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red-team fabricated 40/40: one-word change, transpose, digit change → ZERO verified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Expectations hand-adjudicated in scripts/eval/plan.ts — generator cannot import verifier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bun install → bun run demo → bun run ci (typecheck + tests + gates G-1..G-7)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Benchmark vs plain FTS5 search re-runnable: bun run benchmark:vs-search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mizan (ميزان)  ·  Apache-2.0 code  ·  corpus per-source licences  ·  islamicaich.org — Track 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8/11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5A43"/>
                </a:solidFill>
              </a:defRPr>
            </a:pPr>
            <a:r>
              <a:t>7  Honest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What we do NOT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No Sahih al-Bukhari / Sahih Muslim yet — biggest recall gap, stated upfront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Paraphrase: 26 elisions ruled UNVERIFIABLE via human-drawn anchors, not similarity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  Cost disclosed: all 40 fabrications move to UNVERIFIABLE; false verified stays 0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Default checkout = labelled PRECOMPUTED replay; live = hosted HTTPS allowlisted API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CLI + server-rendered demo forms (no client JS) · no tafsir backend (returns unavailable, never fabricated)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Golden bar is vs. fold-table behaviour, not vs. human-labelled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mizan (ميزان)  ·  Apache-2.0 code  ·  corpus per-source licences  ·  islamicaich.org — Track 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9/11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5A43"/>
                </a:solidFill>
              </a:defRPr>
            </a:pPr>
            <a:r>
              <a:t>8  Track fit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Built for Track 04, usable from Track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Track 04: scholars &amp; du'at get instant takhrij-check + grading provenance + referral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Track 01: any conversational answer inherits badges; non-verified → refer_to_scholar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Never a fatwa: verdict = containment fact, not truth/authenticity ruling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Impact: kill fabricated quotes at the source; make trust auditable in 60 seconds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Tech: Bun monorepo + TypeScript + Effect Schema decode + SQLite FTS5 + OpenAI-compat LLM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mizan (ميزان)  ·  Apache-2.0 code  ·  corpus per-source licences  ·  islamicaich.org — Track 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10/11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5A43"/>
                </a:solidFill>
              </a:defRPr>
            </a:pPr>
            <a:r>
              <a:t>9  Reproduce it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One command. No key. No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bun install --frozen-lockfile  →  bun run demo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Hosted demo: bun run demo-server → server-rendered verify playground, badges computed live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Full: bun run ingest → bun run ask "…" → bun run ci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Deliverables: public GitHub repo + hosted live demo + 2-min video + runbook + sources/licence registry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Synthetic data only · no PII · no secrets (gitleaks G-4) · Apache-2.0 code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Contact + repo QR here.  نُعلّم الآلة.. لتخدم الرسالة — with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mizan (ميزان)  ·  Apache-2.0 code  ·  corpus per-source licences  ·  islamicaich.org — Track 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11/11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5A43"/>
                </a:solidFill>
              </a:defRPr>
            </a:pPr>
            <a:r>
              <a:t>10  Continuation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Hosting, roles, fallbacks, adoption,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Hosting: Render free web service via Dockerfile + render.yaml — $0 on the free tier;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  a model API is optional and operator-funded when a key is configured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Dependency fallback: FTS5 lexical baseline (bun run benchmark:vs-search) —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  retrieval can degrade; the verifier never can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Roles: maintainers own corpus ingest + gates; users file issues on the public repo;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  no private knowledge required to operate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Adoption: du'at &amp; institutions use the CLI today; an MCP tool meets chat surfaces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• Milestones: Bukhari &amp; Muslim planned as graded ingest (not held today),</a:t>
            </a:r>
          </a:p>
          <a:p>
            <a:pPr>
              <a:spcAft>
                <a:spcPts val="1200"/>
              </a:spcAft>
              <a:defRPr sz="1900">
                <a:solidFill>
                  <a:srgbClr val="1A1A1A"/>
                </a:solidFill>
              </a:defRPr>
            </a:pPr>
            <a:r>
              <a:t>  Arabic UI, tafsir backend kept unavailable until a licensed source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mizan (ميزان)  ·  Apache-2.0 code  ·  corpus per-source licences  ·  islamicaich.org — Track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